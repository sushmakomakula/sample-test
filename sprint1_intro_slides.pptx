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D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5728"/>
                </a:solidFill>
                <a:latin typeface="Calibri"/>
              </a:rPr>
              <a:t>WANDERWISE  ·  WHY THIS PROJECT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15728"/>
                </a:solidFill>
                <a:latin typeface="Calibri"/>
              </a:rPr>
              <a:t>Option A: plan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B36"/>
                </a:solidFill>
                <a:latin typeface="Calibri"/>
              </a:rPr>
              <a:t>Six hours across Google Maps, TripAdvisor, blogs, Reddit threads and a half-finished spreadsheet — and you still end up guessing whether the plan actually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5394960" cy="237744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15728"/>
                </a:solidFill>
                <a:latin typeface="Calibri"/>
              </a:rPr>
              <a:t>Option B: follow the crowd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D2B36"/>
                </a:solidFill>
                <a:latin typeface="Calibri"/>
              </a:rPr>
              <a:t>Skip all of it and follow the same top-ten list every other visitor is following that week. Nothing personal about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2B36"/>
                </a:solidFill>
                <a:latin typeface="Calibri"/>
              </a:rPr>
              <a:t>The genuinely hard part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B36"/>
                </a:solidFill>
                <a:latin typeface="Calibri"/>
              </a:rPr>
              <a:t>Finding things to do is easy — there is no shortage of lists. The hard part is deciding which combination of things fits into the days you actually have.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C7D"/>
                </a:solidFill>
                <a:latin typeface="Calibri"/>
              </a:rPr>
              <a:t>Seven places you like individually can be scattered across the city, closed on the day you visit, or eat up four hours of transit and double your budget.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D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5728"/>
                </a:solidFill>
                <a:latin typeface="Calibri"/>
              </a:rPr>
              <a:t>WANDERWISE  ·  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Project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D2B36"/>
                </a:solidFill>
                <a:latin typeface="Calibri"/>
              </a:rPr>
              <a:t>A personalized travel itinerary planner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D2B36"/>
                </a:solidFill>
                <a:latin typeface="Calibri"/>
              </a:rPr>
              <a:t>•  You describe your trip in plain words — “five days in Rome, I care about food and history, I’d rather walk than take transit, under $1,200”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D2B36"/>
                </a:solidFill>
                <a:latin typeface="Calibri"/>
              </a:rPr>
              <a:t>•  You get back a day-by-day plan where every stop has a time, a location, a cost and a reason — one you can actually execute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D2B36"/>
                </a:solidFill>
                <a:latin typeface="Calibri"/>
              </a:rPr>
              <a:t>•  The plan comes from a real optimization engine, not AI guessing — the language model only handles the conversation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D2B36"/>
                </a:solidFill>
                <a:latin typeface="Calibri"/>
              </a:rPr>
              <a:t>•  You can argue with it out loud: “move the museum to Thursday”, “what if it rains?”, “why did you pick this place?”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15728"/>
                </a:solidFill>
                <a:latin typeface="Calibri"/>
              </a:rPr>
              <a:t>MVP: Rome historic center  ·  Sprint 1 (Sep 21 – Oct 19,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D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15728"/>
                </a:solidFill>
                <a:latin typeface="Calibri"/>
              </a:rPr>
              <a:t>WANDERWISE  · 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Database &amp;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D2B36"/>
                </a:solidFill>
                <a:latin typeface="Calibri"/>
              </a:rPr>
              <a:t>1,295</a:t>
            </a:r>
          </a:p>
          <a:p>
            <a:pPr algn="l"/>
            <a:r>
              <a:rPr sz="1400" b="0">
                <a:solidFill>
                  <a:srgbClr val="5A6C7D"/>
                </a:solidFill>
                <a:latin typeface="Calibri"/>
              </a:rPr>
              <a:t>real Rome places in the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15728"/>
                </a:solidFill>
                <a:latin typeface="Calibri"/>
              </a:rPr>
              <a:t>90,000</a:t>
            </a:r>
          </a:p>
          <a:p>
            <a:pPr algn="l"/>
            <a:r>
              <a:rPr sz="1400" b="0">
                <a:solidFill>
                  <a:srgbClr val="5A6C7D"/>
                </a:solidFill>
                <a:latin typeface="Calibri"/>
              </a:rPr>
              <a:t>walking-time pairs for the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D2B36"/>
                </a:solidFill>
                <a:latin typeface="Calibri"/>
              </a:rPr>
              <a:t>SQLite</a:t>
            </a:r>
          </a:p>
          <a:p>
            <a:pPr algn="l"/>
            <a:r>
              <a:rPr sz="1400" b="0">
                <a:solidFill>
                  <a:srgbClr val="5A6C7D"/>
                </a:solidFill>
                <a:latin typeface="Calibri"/>
              </a:rPr>
              <a:t>local file DB · cloud decision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D2B36"/>
                </a:solidFill>
                <a:latin typeface="Calibri"/>
              </a:rPr>
              <a:t>What’s inside wanderwise_rome.db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B36"/>
                </a:solidFill>
                <a:latin typeface="Calibri"/>
              </a:rPr>
              <a:t>•  places table — attractions, museums, parks and food spots with names, categories, coordinates, opening hours, fees and websites (sourced from Wikidata)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D2B36"/>
                </a:solidFill>
                <a:latin typeface="Calibri"/>
              </a:rPr>
              <a:t>•  travel_times table — walking estimates between the 300-place candidate set; this is what the optimizer uses to build realistic days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C7D"/>
                </a:solidFill>
                <a:latin typeface="Calibri"/>
              </a:rPr>
              <a:t>•  Next: OpenStreetMap enrichment via extract_rome.py for fuller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